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VESPERA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After-Hours Problem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Med Spas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40% of high-ticket aesthetic leads are lost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AI triage + voice agents recover them.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industry data  ·  2024–2026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—  THE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Patients inquire when your front desk is closed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40–41%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med spa phone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inquiries after hours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7–10 PM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inquiry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6364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web inquiries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PM – midnight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3EFE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947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evenings dominate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3977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med-spa clients are busy professionals. They research treatments after work, while scrolling Instagram or TikTok. Sunday evenings and 7–10 PM weeknights are consistently the highest-intent windows — exactly when most clinics are closed.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—  THE LEAK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happens to after-hours callers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 up immediately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a voicemail. Most simply call the next clinic on their list.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34290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 message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~30% of those never get called back in time. Intent cools overnight.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08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62636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 competitor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that answers first wins the booking. Speed is the differentiator.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—  THE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left on the table every month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0F0E0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$4k – $9k+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monthly revenue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after-hours gaps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much higher for clinics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paid ads in the evening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kills conversion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Responding within 5 minutes makes you ~21× more likely to qualify a lead vs waiting 30+ minutes.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window is short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 that drives a 10 PM inquiry fades by morning. Price anxiety and competitor outreach fill the gap.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High-ticket math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lost Morpheus8 or filler package ($1,500–$2,500) can equal or exceed a full month of software cost.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— 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triage + voice agents close the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88920" cy="35661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88920" cy="73152"/>
          </a:xfrm>
          <a:prstGeom prst="rect">
            <a:avLst/>
          </a:prstGeom>
          <a:solidFill>
            <a:srgbClr val="D4A37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AI Text Reply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Website widget &amp; Instagram DMs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Answers from clinic’s own menu &amp; rules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Asks safety questions (Accutane, pregnancy…)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Hands over direct booking link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097280"/>
            <a:ext cx="2788920" cy="35661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97280"/>
            <a:ext cx="2788920" cy="73152"/>
          </a:xfrm>
          <a:prstGeom prst="rect">
            <a:avLst/>
          </a:prstGeom>
          <a:solidFill>
            <a:srgbClr val="D4A37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Voice Recovery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Detects abandoned chats (2+ hrs)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2044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calls the patient the same evening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2044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References the earlier conversation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52044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Offers to lock a slot or send link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17920" y="1097280"/>
            <a:ext cx="2788920" cy="35661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097280"/>
            <a:ext cx="2788920" cy="73152"/>
          </a:xfrm>
          <a:prstGeom prst="rect">
            <a:avLst/>
          </a:prstGeom>
          <a:solidFill>
            <a:srgbClr val="D4A37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258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Voice Receptionist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4652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Answers the clinic’s main number 24/7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4652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Handles pricing &amp; availability questions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4652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Books or texts the scheduling link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4652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Escalates emergencies to on-call staff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—  PROOF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results from AI in med spas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$23,280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revenue in 60 days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 Texas med spa)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 100%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1965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answer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(vs previous 60–70%)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after-hours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captured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14300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325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 bookings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19659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pays for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monthly cost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0F0E0D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6616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016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are already asking after hours. Front desks cannot cover evenings and weekends consistently. Instant AI replies + intelligent voice recovery turn previously lost high-ticket inquiries into booked consultations — often paying for the system with a single recovered treatment.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1097280" cy="54864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stop losing after-hours bookings?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Vespera AI captures the inquiries that currently go to voicemail or competitors — using clinic-specific knowledge, medical safety checks, and direct booking handoff.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15-minute walkthrough of the live after-hours qualifier workflow.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 Spa After-Hours Problem &amp; AI Solution</dc:title>
  <dc:subject>Why after-hours leads are lost and how AI recovers them</dc:subject>
  <dc:creator>Vespera AI</dc:creator>
  <cp:lastModifiedBy>Vespera AI</cp:lastModifiedBy>
  <cp:revision>1</cp:revision>
  <dcterms:created xsi:type="dcterms:W3CDTF">2026-09-03T06:11:21Z</dcterms:created>
  <dcterms:modified xsi:type="dcterms:W3CDTF">2026-09-03T06:11:21Z</dcterms:modified>
</cp:coreProperties>
</file>